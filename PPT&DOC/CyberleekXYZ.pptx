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a5c5f204ea145cf4" providerId="LiveId" clId="{B9EBEBAF-17CD-4886-A68F-9C32F4FB490B}"/>
    <pc:docChg chg="undo custSel addSld delSld modSld sldOrd">
      <pc:chgData name="" userId="a5c5f204ea145cf4" providerId="LiveId" clId="{B9EBEBAF-17CD-4886-A68F-9C32F4FB490B}" dt="2026-09-04T08:02:28.559" v="484" actId="207"/>
      <pc:docMkLst>
        <pc:docMk/>
      </pc:docMkLst>
      <pc:sldChg chg="add setBg">
        <pc:chgData name="" userId="a5c5f204ea145cf4" providerId="LiveId" clId="{B9EBEBAF-17CD-4886-A68F-9C32F4FB490B}" dt="2026-09-03T14:56:35.823" v="3"/>
        <pc:sldMkLst>
          <pc:docMk/>
          <pc:sldMk cId="0" sldId="256"/>
        </pc:sldMkLst>
      </pc:sldChg>
      <pc:sldChg chg="del">
        <pc:chgData name="" userId="a5c5f204ea145cf4" providerId="LiveId" clId="{B9EBEBAF-17CD-4886-A68F-9C32F4FB490B}" dt="2026-09-03T14:55:54.154" v="2" actId="2696"/>
        <pc:sldMkLst>
          <pc:docMk/>
          <pc:sldMk cId="0" sldId="281"/>
        </pc:sldMkLst>
      </pc:sldChg>
      <pc:sldChg chg="addSp delSp modSp">
        <pc:chgData name="" userId="a5c5f204ea145cf4" providerId="LiveId" clId="{B9EBEBAF-17CD-4886-A68F-9C32F4FB490B}" dt="2026-09-04T05:02:13.387" v="79" actId="255"/>
        <pc:sldMkLst>
          <pc:docMk/>
          <pc:sldMk cId="0" sldId="290"/>
        </pc:sldMkLst>
        <pc:spChg chg="del">
          <ac:chgData name="" userId="a5c5f204ea145cf4" providerId="LiveId" clId="{B9EBEBAF-17CD-4886-A68F-9C32F4FB490B}" dt="2026-09-04T04:59:24.662" v="69" actId="478"/>
          <ac:spMkLst>
            <pc:docMk/>
            <pc:sldMk cId="0" sldId="290"/>
            <ac:spMk id="7" creationId="{00000000-0000-0000-0000-000000000000}"/>
          </ac:spMkLst>
        </pc:spChg>
        <pc:spChg chg="del mod">
          <ac:chgData name="" userId="a5c5f204ea145cf4" providerId="LiveId" clId="{B9EBEBAF-17CD-4886-A68F-9C32F4FB490B}" dt="2026-09-04T04:53:25.079" v="19" actId="478"/>
          <ac:spMkLst>
            <pc:docMk/>
            <pc:sldMk cId="0" sldId="290"/>
            <ac:spMk id="11" creationId="{5DBCE864-823D-4A13-9607-5DA1F0ED5FB8}"/>
          </ac:spMkLst>
        </pc:spChg>
        <pc:spChg chg="add">
          <ac:chgData name="" userId="a5c5f204ea145cf4" providerId="LiveId" clId="{B9EBEBAF-17CD-4886-A68F-9C32F4FB490B}" dt="2026-09-04T04:53:25.662" v="20"/>
          <ac:spMkLst>
            <pc:docMk/>
            <pc:sldMk cId="0" sldId="290"/>
            <ac:spMk id="14" creationId="{32FF9A48-2D74-4D1F-AAC8-C76AC6841FAE}"/>
          </ac:spMkLst>
        </pc:spChg>
        <pc:spChg chg="mod">
          <ac:chgData name="" userId="a5c5f204ea145cf4" providerId="LiveId" clId="{B9EBEBAF-17CD-4886-A68F-9C32F4FB490B}" dt="2026-09-04T05:02:13.387" v="79" actId="255"/>
          <ac:spMkLst>
            <pc:docMk/>
            <pc:sldMk cId="0" sldId="290"/>
            <ac:spMk id="17413" creationId="{00000000-0000-0000-0000-000000000000}"/>
          </ac:spMkLst>
        </pc:spChg>
      </pc:sldChg>
      <pc:sldChg chg="del ord">
        <pc:chgData name="" userId="a5c5f204ea145cf4" providerId="LiveId" clId="{B9EBEBAF-17CD-4886-A68F-9C32F4FB490B}" dt="2026-09-03T14:56:40.368" v="5" actId="2696"/>
        <pc:sldMkLst>
          <pc:docMk/>
          <pc:sldMk cId="0" sldId="291"/>
        </pc:sldMkLst>
      </pc:sldChg>
      <pc:sldChg chg="addSp delSp modSp">
        <pc:chgData name="" userId="a5c5f204ea145cf4" providerId="LiveId" clId="{B9EBEBAF-17CD-4886-A68F-9C32F4FB490B}" dt="2026-09-04T04:58:28.865" v="62" actId="20577"/>
        <pc:sldMkLst>
          <pc:docMk/>
          <pc:sldMk cId="3753387913" sldId="293"/>
        </pc:sldMkLst>
        <pc:spChg chg="del">
          <ac:chgData name="" userId="a5c5f204ea145cf4" providerId="LiveId" clId="{B9EBEBAF-17CD-4886-A68F-9C32F4FB490B}" dt="2026-09-04T04:55:32.510" v="42" actId="478"/>
          <ac:spMkLst>
            <pc:docMk/>
            <pc:sldMk cId="3753387913" sldId="293"/>
            <ac:spMk id="7" creationId="{00000000-0000-0000-0000-000000000000}"/>
          </ac:spMkLst>
        </pc:spChg>
        <pc:spChg chg="del">
          <ac:chgData name="" userId="a5c5f204ea145cf4" providerId="LiveId" clId="{B9EBEBAF-17CD-4886-A68F-9C32F4FB490B}" dt="2026-09-04T04:52:49.112" v="15" actId="478"/>
          <ac:spMkLst>
            <pc:docMk/>
            <pc:sldMk cId="3753387913" sldId="293"/>
            <ac:spMk id="12" creationId="{5DBCE864-823D-4A13-9607-5DA1F0ED5FB8}"/>
          </ac:spMkLst>
        </pc:spChg>
        <pc:spChg chg="add">
          <ac:chgData name="" userId="a5c5f204ea145cf4" providerId="LiveId" clId="{B9EBEBAF-17CD-4886-A68F-9C32F4FB490B}" dt="2026-09-04T04:53:18.608" v="17"/>
          <ac:spMkLst>
            <pc:docMk/>
            <pc:sldMk cId="3753387913" sldId="293"/>
            <ac:spMk id="16" creationId="{BC39257B-9AF2-4B45-8DAC-535089DFFA7C}"/>
          </ac:spMkLst>
        </pc:spChg>
        <pc:spChg chg="mod">
          <ac:chgData name="" userId="a5c5f204ea145cf4" providerId="LiveId" clId="{B9EBEBAF-17CD-4886-A68F-9C32F4FB490B}" dt="2026-09-04T04:55:20.338" v="40" actId="208"/>
          <ac:spMkLst>
            <pc:docMk/>
            <pc:sldMk cId="3753387913" sldId="293"/>
            <ac:spMk id="17411" creationId="{00000000-0000-0000-0000-000000000000}"/>
          </ac:spMkLst>
        </pc:spChg>
        <pc:spChg chg="mod">
          <ac:chgData name="" userId="a5c5f204ea145cf4" providerId="LiveId" clId="{B9EBEBAF-17CD-4886-A68F-9C32F4FB490B}" dt="2026-09-04T04:55:41.133" v="43" actId="208"/>
          <ac:spMkLst>
            <pc:docMk/>
            <pc:sldMk cId="3753387913" sldId="293"/>
            <ac:spMk id="17412" creationId="{00000000-0000-0000-0000-000000000000}"/>
          </ac:spMkLst>
        </pc:spChg>
        <pc:spChg chg="mod">
          <ac:chgData name="" userId="a5c5f204ea145cf4" providerId="LiveId" clId="{B9EBEBAF-17CD-4886-A68F-9C32F4FB490B}" dt="2026-09-04T04:55:28.422" v="41" actId="208"/>
          <ac:spMkLst>
            <pc:docMk/>
            <pc:sldMk cId="3753387913" sldId="293"/>
            <ac:spMk id="17413" creationId="{00000000-0000-0000-0000-000000000000}"/>
          </ac:spMkLst>
        </pc:spChg>
        <pc:spChg chg="mod">
          <ac:chgData name="" userId="a5c5f204ea145cf4" providerId="LiveId" clId="{B9EBEBAF-17CD-4886-A68F-9C32F4FB490B}" dt="2026-09-04T04:58:20.073" v="59" actId="20577"/>
          <ac:spMkLst>
            <pc:docMk/>
            <pc:sldMk cId="3753387913" sldId="293"/>
            <ac:spMk id="17414" creationId="{00000000-0000-0000-0000-000000000000}"/>
          </ac:spMkLst>
        </pc:spChg>
        <pc:spChg chg="mod">
          <ac:chgData name="" userId="a5c5f204ea145cf4" providerId="LiveId" clId="{B9EBEBAF-17CD-4886-A68F-9C32F4FB490B}" dt="2026-09-04T04:58:23.590" v="60" actId="20577"/>
          <ac:spMkLst>
            <pc:docMk/>
            <pc:sldMk cId="3753387913" sldId="293"/>
            <ac:spMk id="17415" creationId="{00000000-0000-0000-0000-000000000000}"/>
          </ac:spMkLst>
        </pc:spChg>
        <pc:spChg chg="mod">
          <ac:chgData name="" userId="a5c5f204ea145cf4" providerId="LiveId" clId="{B9EBEBAF-17CD-4886-A68F-9C32F4FB490B}" dt="2026-09-04T04:58:28.865" v="62" actId="20577"/>
          <ac:spMkLst>
            <pc:docMk/>
            <pc:sldMk cId="3753387913" sldId="293"/>
            <ac:spMk id="17416" creationId="{00000000-0000-0000-0000-000000000000}"/>
          </ac:spMkLst>
        </pc:spChg>
        <pc:spChg chg="mod">
          <ac:chgData name="" userId="a5c5f204ea145cf4" providerId="LiveId" clId="{B9EBEBAF-17CD-4886-A68F-9C32F4FB490B}" dt="2026-09-04T04:58:26.272" v="61" actId="20577"/>
          <ac:spMkLst>
            <pc:docMk/>
            <pc:sldMk cId="3753387913" sldId="293"/>
            <ac:spMk id="17417" creationId="{00000000-0000-0000-0000-000000000000}"/>
          </ac:spMkLst>
        </pc:spChg>
        <pc:picChg chg="del">
          <ac:chgData name="" userId="a5c5f204ea145cf4" providerId="LiveId" clId="{B9EBEBAF-17CD-4886-A68F-9C32F4FB490B}" dt="2026-09-04T04:52:51.222" v="16" actId="478"/>
          <ac:picMkLst>
            <pc:docMk/>
            <pc:sldMk cId="3753387913" sldId="293"/>
            <ac:picMk id="11" creationId="{00000000-0000-0000-0000-000000000000}"/>
          </ac:picMkLst>
        </pc:picChg>
        <pc:picChg chg="add">
          <ac:chgData name="" userId="a5c5f204ea145cf4" providerId="LiveId" clId="{B9EBEBAF-17CD-4886-A68F-9C32F4FB490B}" dt="2026-09-04T04:55:11.750" v="39"/>
          <ac:picMkLst>
            <pc:docMk/>
            <pc:sldMk cId="3753387913" sldId="293"/>
            <ac:picMk id="17" creationId="{BDC4F2F1-DB2D-4BE2-A28B-33F9689320AB}"/>
          </ac:picMkLst>
        </pc:picChg>
      </pc:sldChg>
      <pc:sldChg chg="addSp delSp modSp">
        <pc:chgData name="" userId="a5c5f204ea145cf4" providerId="LiveId" clId="{B9EBEBAF-17CD-4886-A68F-9C32F4FB490B}" dt="2026-09-04T06:43:23.264" v="126" actId="255"/>
        <pc:sldMkLst>
          <pc:docMk/>
          <pc:sldMk cId="2997144140" sldId="294"/>
        </pc:sldMkLst>
        <pc:spChg chg="del">
          <ac:chgData name="" userId="a5c5f204ea145cf4" providerId="LiveId" clId="{B9EBEBAF-17CD-4886-A68F-9C32F4FB490B}" dt="2026-09-04T06:18:41.236" v="100" actId="478"/>
          <ac:spMkLst>
            <pc:docMk/>
            <pc:sldMk cId="2997144140" sldId="294"/>
            <ac:spMk id="7" creationId="{00000000-0000-0000-0000-000000000000}"/>
          </ac:spMkLst>
        </pc:spChg>
        <pc:spChg chg="del">
          <ac:chgData name="" userId="a5c5f204ea145cf4" providerId="LiveId" clId="{B9EBEBAF-17CD-4886-A68F-9C32F4FB490B}" dt="2026-09-04T06:16:55.575" v="88" actId="478"/>
          <ac:spMkLst>
            <pc:docMk/>
            <pc:sldMk cId="2997144140" sldId="294"/>
            <ac:spMk id="12" creationId="{5DBCE864-823D-4A13-9607-5DA1F0ED5FB8}"/>
          </ac:spMkLst>
        </pc:spChg>
        <pc:spChg chg="add">
          <ac:chgData name="" userId="a5c5f204ea145cf4" providerId="LiveId" clId="{B9EBEBAF-17CD-4886-A68F-9C32F4FB490B}" dt="2026-09-04T06:17:14.757" v="92"/>
          <ac:spMkLst>
            <pc:docMk/>
            <pc:sldMk cId="2997144140" sldId="294"/>
            <ac:spMk id="14" creationId="{7E186AD7-CA71-4F44-8A4E-9349A7E595D4}"/>
          </ac:spMkLst>
        </pc:spChg>
        <pc:spChg chg="mod">
          <ac:chgData name="" userId="a5c5f204ea145cf4" providerId="LiveId" clId="{B9EBEBAF-17CD-4886-A68F-9C32F4FB490B}" dt="2026-09-04T06:17:35.407" v="94" actId="208"/>
          <ac:spMkLst>
            <pc:docMk/>
            <pc:sldMk cId="2997144140" sldId="294"/>
            <ac:spMk id="17411" creationId="{00000000-0000-0000-0000-000000000000}"/>
          </ac:spMkLst>
        </pc:spChg>
        <pc:spChg chg="mod">
          <ac:chgData name="" userId="a5c5f204ea145cf4" providerId="LiveId" clId="{B9EBEBAF-17CD-4886-A68F-9C32F4FB490B}" dt="2026-09-04T06:17:45.786" v="95" actId="208"/>
          <ac:spMkLst>
            <pc:docMk/>
            <pc:sldMk cId="2997144140" sldId="294"/>
            <ac:spMk id="17412" creationId="{00000000-0000-0000-0000-000000000000}"/>
          </ac:spMkLst>
        </pc:spChg>
        <pc:spChg chg="mod">
          <ac:chgData name="" userId="a5c5f204ea145cf4" providerId="LiveId" clId="{B9EBEBAF-17CD-4886-A68F-9C32F4FB490B}" dt="2026-09-04T06:43:23.264" v="126" actId="255"/>
          <ac:spMkLst>
            <pc:docMk/>
            <pc:sldMk cId="2997144140" sldId="294"/>
            <ac:spMk id="17413" creationId="{00000000-0000-0000-0000-000000000000}"/>
          </ac:spMkLst>
        </pc:spChg>
        <pc:picChg chg="del">
          <ac:chgData name="" userId="a5c5f204ea145cf4" providerId="LiveId" clId="{B9EBEBAF-17CD-4886-A68F-9C32F4FB490B}" dt="2026-09-04T06:16:57.383" v="89" actId="478"/>
          <ac:picMkLst>
            <pc:docMk/>
            <pc:sldMk cId="2997144140" sldId="294"/>
            <ac:picMk id="11" creationId="{00000000-0000-0000-0000-000000000000}"/>
          </ac:picMkLst>
        </pc:picChg>
        <pc:picChg chg="add">
          <ac:chgData name="" userId="a5c5f204ea145cf4" providerId="LiveId" clId="{B9EBEBAF-17CD-4886-A68F-9C32F4FB490B}" dt="2026-09-04T06:17:20.789" v="93"/>
          <ac:picMkLst>
            <pc:docMk/>
            <pc:sldMk cId="2997144140" sldId="294"/>
            <ac:picMk id="15" creationId="{D84EFFB6-A435-46BA-B063-DDA522DB7105}"/>
          </ac:picMkLst>
        </pc:picChg>
        <pc:picChg chg="add del">
          <ac:chgData name="" userId="a5c5f204ea145cf4" providerId="LiveId" clId="{B9EBEBAF-17CD-4886-A68F-9C32F4FB490B}" dt="2026-09-04T06:17:08.652" v="91" actId="478"/>
          <ac:picMkLst>
            <pc:docMk/>
            <pc:sldMk cId="2997144140" sldId="294"/>
            <ac:picMk id="1026" creationId="{07AC0BCC-DAF2-43D8-8DD0-44E91AE0CB6D}"/>
          </ac:picMkLst>
        </pc:picChg>
        <pc:picChg chg="mod modCrop">
          <ac:chgData name="" userId="a5c5f204ea145cf4" providerId="LiveId" clId="{B9EBEBAF-17CD-4886-A68F-9C32F4FB490B}" dt="2026-09-04T06:16:49.818" v="87" actId="14100"/>
          <ac:picMkLst>
            <pc:docMk/>
            <pc:sldMk cId="2997144140" sldId="294"/>
            <ac:picMk id="17414" creationId="{00000000-0000-0000-0000-000000000000}"/>
          </ac:picMkLst>
        </pc:picChg>
      </pc:sldChg>
      <pc:sldChg chg="addSp delSp modSp">
        <pc:chgData name="" userId="a5c5f204ea145cf4" providerId="LiveId" clId="{B9EBEBAF-17CD-4886-A68F-9C32F4FB490B}" dt="2026-09-04T08:02:28.559" v="484" actId="207"/>
        <pc:sldMkLst>
          <pc:docMk/>
          <pc:sldMk cId="3916788613" sldId="296"/>
        </pc:sldMkLst>
        <pc:spChg chg="add del mod">
          <ac:chgData name="" userId="a5c5f204ea145cf4" providerId="LiveId" clId="{B9EBEBAF-17CD-4886-A68F-9C32F4FB490B}" dt="2026-09-04T07:45:50.938" v="420" actId="478"/>
          <ac:spMkLst>
            <pc:docMk/>
            <pc:sldMk cId="3916788613" sldId="296"/>
            <ac:spMk id="2" creationId="{45B19FDE-2B00-4585-B0BF-80EB134390AD}"/>
          </ac:spMkLst>
        </pc:spChg>
        <pc:spChg chg="add del mod">
          <ac:chgData name="" userId="a5c5f204ea145cf4" providerId="LiveId" clId="{B9EBEBAF-17CD-4886-A68F-9C32F4FB490B}" dt="2026-09-04T07:24:35.112" v="248"/>
          <ac:spMkLst>
            <pc:docMk/>
            <pc:sldMk cId="3916788613" sldId="296"/>
            <ac:spMk id="3" creationId="{32F93A92-78B4-4683-8F58-1F36736F6A9D}"/>
          </ac:spMkLst>
        </pc:spChg>
        <pc:spChg chg="del">
          <ac:chgData name="" userId="a5c5f204ea145cf4" providerId="LiveId" clId="{B9EBEBAF-17CD-4886-A68F-9C32F4FB490B}" dt="2026-09-04T07:23:01.921" v="144" actId="478"/>
          <ac:spMkLst>
            <pc:docMk/>
            <pc:sldMk cId="3916788613" sldId="296"/>
            <ac:spMk id="7" creationId="{00000000-0000-0000-0000-000000000000}"/>
          </ac:spMkLst>
        </pc:spChg>
        <pc:spChg chg="del">
          <ac:chgData name="" userId="a5c5f204ea145cf4" providerId="LiveId" clId="{B9EBEBAF-17CD-4886-A68F-9C32F4FB490B}" dt="2026-09-04T07:24:23.305" v="243" actId="478"/>
          <ac:spMkLst>
            <pc:docMk/>
            <pc:sldMk cId="3916788613" sldId="296"/>
            <ac:spMk id="9" creationId="{5DBCE864-823D-4A13-9607-5DA1F0ED5FB8}"/>
          </ac:spMkLst>
        </pc:spChg>
        <pc:spChg chg="add del mod">
          <ac:chgData name="" userId="a5c5f204ea145cf4" providerId="LiveId" clId="{B9EBEBAF-17CD-4886-A68F-9C32F4FB490B}" dt="2026-09-04T07:47:56.950" v="456"/>
          <ac:spMkLst>
            <pc:docMk/>
            <pc:sldMk cId="3916788613" sldId="296"/>
            <ac:spMk id="14" creationId="{4359BDF3-13F9-4167-8F4B-3A3D3179DD70}"/>
          </ac:spMkLst>
        </pc:spChg>
        <pc:spChg chg="add del mod">
          <ac:chgData name="" userId="a5c5f204ea145cf4" providerId="LiveId" clId="{B9EBEBAF-17CD-4886-A68F-9C32F4FB490B}" dt="2026-09-04T07:48:18.861" v="458" actId="478"/>
          <ac:spMkLst>
            <pc:docMk/>
            <pc:sldMk cId="3916788613" sldId="296"/>
            <ac:spMk id="15" creationId="{AA20A100-20C2-4C32-9DE8-DB2C024C33F6}"/>
          </ac:spMkLst>
        </pc:spChg>
        <pc:spChg chg="add">
          <ac:chgData name="" userId="a5c5f204ea145cf4" providerId="LiveId" clId="{B9EBEBAF-17CD-4886-A68F-9C32F4FB490B}" dt="2026-09-04T07:24:40.620" v="249"/>
          <ac:spMkLst>
            <pc:docMk/>
            <pc:sldMk cId="3916788613" sldId="296"/>
            <ac:spMk id="27" creationId="{537E4F46-A5FB-4527-8961-E496AFF61BEC}"/>
          </ac:spMkLst>
        </pc:spChg>
        <pc:spChg chg="add">
          <ac:chgData name="" userId="a5c5f204ea145cf4" providerId="LiveId" clId="{B9EBEBAF-17CD-4886-A68F-9C32F4FB490B}" dt="2026-09-04T07:34:17.805" v="415"/>
          <ac:spMkLst>
            <pc:docMk/>
            <pc:sldMk cId="3916788613" sldId="296"/>
            <ac:spMk id="33" creationId="{7BAFC534-D1C3-4DD0-94AB-599F05DA488F}"/>
          </ac:spMkLst>
        </pc:spChg>
        <pc:spChg chg="del">
          <ac:chgData name="" userId="a5c5f204ea145cf4" providerId="LiveId" clId="{B9EBEBAF-17CD-4886-A68F-9C32F4FB490B}" dt="2026-09-04T07:34:08.060" v="414" actId="478"/>
          <ac:spMkLst>
            <pc:docMk/>
            <pc:sldMk cId="3916788613" sldId="296"/>
            <ac:spMk id="17411" creationId="{00000000-0000-0000-0000-000000000000}"/>
          </ac:spMkLst>
        </pc:spChg>
        <pc:spChg chg="del mod">
          <ac:chgData name="" userId="a5c5f204ea145cf4" providerId="LiveId" clId="{B9EBEBAF-17CD-4886-A68F-9C32F4FB490B}" dt="2026-09-04T07:33:24.554" v="406" actId="478"/>
          <ac:spMkLst>
            <pc:docMk/>
            <pc:sldMk cId="3916788613" sldId="296"/>
            <ac:spMk id="17412" creationId="{00000000-0000-0000-0000-000000000000}"/>
          </ac:spMkLst>
        </pc:spChg>
        <pc:spChg chg="del">
          <ac:chgData name="" userId="a5c5f204ea145cf4" providerId="LiveId" clId="{B9EBEBAF-17CD-4886-A68F-9C32F4FB490B}" dt="2026-09-04T07:34:36.061" v="418" actId="478"/>
          <ac:spMkLst>
            <pc:docMk/>
            <pc:sldMk cId="3916788613" sldId="296"/>
            <ac:spMk id="17413" creationId="{00000000-0000-0000-0000-000000000000}"/>
          </ac:spMkLst>
        </pc:spChg>
        <pc:spChg chg="mod">
          <ac:chgData name="" userId="a5c5f204ea145cf4" providerId="LiveId" clId="{B9EBEBAF-17CD-4886-A68F-9C32F4FB490B}" dt="2026-09-04T07:25:13.875" v="254" actId="403"/>
          <ac:spMkLst>
            <pc:docMk/>
            <pc:sldMk cId="3916788613" sldId="296"/>
            <ac:spMk id="17414" creationId="{00000000-0000-0000-0000-000000000000}"/>
          </ac:spMkLst>
        </pc:spChg>
        <pc:spChg chg="mod">
          <ac:chgData name="" userId="a5c5f204ea145cf4" providerId="LiveId" clId="{B9EBEBAF-17CD-4886-A68F-9C32F4FB490B}" dt="2026-09-04T07:30:00.579" v="358" actId="404"/>
          <ac:spMkLst>
            <pc:docMk/>
            <pc:sldMk cId="3916788613" sldId="296"/>
            <ac:spMk id="17415" creationId="{00000000-0000-0000-0000-000000000000}"/>
          </ac:spMkLst>
        </pc:spChg>
        <pc:spChg chg="mod">
          <ac:chgData name="" userId="a5c5f204ea145cf4" providerId="LiveId" clId="{B9EBEBAF-17CD-4886-A68F-9C32F4FB490B}" dt="2026-09-04T07:29:28.761" v="342" actId="403"/>
          <ac:spMkLst>
            <pc:docMk/>
            <pc:sldMk cId="3916788613" sldId="296"/>
            <ac:spMk id="17416" creationId="{00000000-0000-0000-0000-000000000000}"/>
          </ac:spMkLst>
        </pc:spChg>
        <pc:spChg chg="mod">
          <ac:chgData name="" userId="a5c5f204ea145cf4" providerId="LiveId" clId="{B9EBEBAF-17CD-4886-A68F-9C32F4FB490B}" dt="2026-09-04T07:53:00.316" v="472" actId="207"/>
          <ac:spMkLst>
            <pc:docMk/>
            <pc:sldMk cId="3916788613" sldId="296"/>
            <ac:spMk id="17417" creationId="{00000000-0000-0000-0000-000000000000}"/>
          </ac:spMkLst>
        </pc:spChg>
        <pc:spChg chg="mod">
          <ac:chgData name="" userId="a5c5f204ea145cf4" providerId="LiveId" clId="{B9EBEBAF-17CD-4886-A68F-9C32F4FB490B}" dt="2026-09-04T07:32:47.576" v="401" actId="403"/>
          <ac:spMkLst>
            <pc:docMk/>
            <pc:sldMk cId="3916788613" sldId="296"/>
            <ac:spMk id="17418" creationId="{00000000-0000-0000-0000-000000000000}"/>
          </ac:spMkLst>
        </pc:spChg>
        <pc:spChg chg="mod">
          <ac:chgData name="" userId="a5c5f204ea145cf4" providerId="LiveId" clId="{B9EBEBAF-17CD-4886-A68F-9C32F4FB490B}" dt="2026-09-04T07:29:47.888" v="349" actId="403"/>
          <ac:spMkLst>
            <pc:docMk/>
            <pc:sldMk cId="3916788613" sldId="296"/>
            <ac:spMk id="17419" creationId="{00000000-0000-0000-0000-000000000000}"/>
          </ac:spMkLst>
        </pc:spChg>
        <pc:spChg chg="mod">
          <ac:chgData name="" userId="a5c5f204ea145cf4" providerId="LiveId" clId="{B9EBEBAF-17CD-4886-A68F-9C32F4FB490B}" dt="2026-09-04T07:29:33.030" v="343" actId="403"/>
          <ac:spMkLst>
            <pc:docMk/>
            <pc:sldMk cId="3916788613" sldId="296"/>
            <ac:spMk id="17420" creationId="{00000000-0000-0000-0000-000000000000}"/>
          </ac:spMkLst>
        </pc:spChg>
        <pc:spChg chg="mod">
          <ac:chgData name="" userId="a5c5f204ea145cf4" providerId="LiveId" clId="{B9EBEBAF-17CD-4886-A68F-9C32F4FB490B}" dt="2026-09-04T08:00:12.122" v="481" actId="207"/>
          <ac:spMkLst>
            <pc:docMk/>
            <pc:sldMk cId="3916788613" sldId="296"/>
            <ac:spMk id="17421" creationId="{00000000-0000-0000-0000-000000000000}"/>
          </ac:spMkLst>
        </pc:spChg>
        <pc:spChg chg="mod">
          <ac:chgData name="" userId="a5c5f204ea145cf4" providerId="LiveId" clId="{B9EBEBAF-17CD-4886-A68F-9C32F4FB490B}" dt="2026-09-04T07:32:53.702" v="402" actId="403"/>
          <ac:spMkLst>
            <pc:docMk/>
            <pc:sldMk cId="3916788613" sldId="296"/>
            <ac:spMk id="17422" creationId="{00000000-0000-0000-0000-000000000000}"/>
          </ac:spMkLst>
        </pc:spChg>
        <pc:spChg chg="mod">
          <ac:chgData name="" userId="a5c5f204ea145cf4" providerId="LiveId" clId="{B9EBEBAF-17CD-4886-A68F-9C32F4FB490B}" dt="2026-09-04T07:29:42.979" v="347" actId="403"/>
          <ac:spMkLst>
            <pc:docMk/>
            <pc:sldMk cId="3916788613" sldId="296"/>
            <ac:spMk id="17423" creationId="{00000000-0000-0000-0000-000000000000}"/>
          </ac:spMkLst>
        </pc:spChg>
        <pc:spChg chg="mod">
          <ac:chgData name="" userId="a5c5f204ea145cf4" providerId="LiveId" clId="{B9EBEBAF-17CD-4886-A68F-9C32F4FB490B}" dt="2026-09-04T07:29:38.421" v="345" actId="403"/>
          <ac:spMkLst>
            <pc:docMk/>
            <pc:sldMk cId="3916788613" sldId="296"/>
            <ac:spMk id="17424" creationId="{00000000-0000-0000-0000-000000000000}"/>
          </ac:spMkLst>
        </pc:spChg>
        <pc:spChg chg="mod">
          <ac:chgData name="" userId="a5c5f204ea145cf4" providerId="LiveId" clId="{B9EBEBAF-17CD-4886-A68F-9C32F4FB490B}" dt="2026-09-04T08:02:28.559" v="484" actId="207"/>
          <ac:spMkLst>
            <pc:docMk/>
            <pc:sldMk cId="3916788613" sldId="296"/>
            <ac:spMk id="17425" creationId="{00000000-0000-0000-0000-000000000000}"/>
          </ac:spMkLst>
        </pc:spChg>
        <pc:spChg chg="del">
          <ac:chgData name="" userId="a5c5f204ea145cf4" providerId="LiveId" clId="{B9EBEBAF-17CD-4886-A68F-9C32F4FB490B}" dt="2026-09-04T07:21:42.487" v="127" actId="478"/>
          <ac:spMkLst>
            <pc:docMk/>
            <pc:sldMk cId="3916788613" sldId="296"/>
            <ac:spMk id="17426" creationId="{00000000-0000-0000-0000-000000000000}"/>
          </ac:spMkLst>
        </pc:spChg>
        <pc:picChg chg="del">
          <ac:chgData name="" userId="a5c5f204ea145cf4" providerId="LiveId" clId="{B9EBEBAF-17CD-4886-A68F-9C32F4FB490B}" dt="2026-09-04T07:24:25.229" v="244" actId="478"/>
          <ac:picMkLst>
            <pc:docMk/>
            <pc:sldMk cId="3916788613" sldId="296"/>
            <ac:picMk id="12" creationId="{00000000-0000-0000-0000-000000000000}"/>
          </ac:picMkLst>
        </pc:picChg>
        <pc:picChg chg="add">
          <ac:chgData name="" userId="a5c5f204ea145cf4" providerId="LiveId" clId="{B9EBEBAF-17CD-4886-A68F-9C32F4FB490B}" dt="2026-09-04T07:24:47.002" v="250"/>
          <ac:picMkLst>
            <pc:docMk/>
            <pc:sldMk cId="3916788613" sldId="296"/>
            <ac:picMk id="28" creationId="{D3AE850F-DB0F-4C68-806F-1C727568BDE3}"/>
          </ac:picMkLst>
        </pc:picChg>
        <pc:cxnChg chg="add mod">
          <ac:chgData name="" userId="a5c5f204ea145cf4" providerId="LiveId" clId="{B9EBEBAF-17CD-4886-A68F-9C32F4FB490B}" dt="2026-09-04T07:48:33.340" v="461" actId="1076"/>
          <ac:cxnSpMkLst>
            <pc:docMk/>
            <pc:sldMk cId="3916788613" sldId="296"/>
            <ac:cxnSpMk id="5" creationId="{22CD3EE0-EAF0-44F0-AFB6-3B595BE49165}"/>
          </ac:cxnSpMkLst>
        </pc:cxnChg>
        <pc:cxnChg chg="add mod">
          <ac:chgData name="" userId="a5c5f204ea145cf4" providerId="LiveId" clId="{B9EBEBAF-17CD-4886-A68F-9C32F4FB490B}" dt="2026-09-04T07:34:41.245" v="419" actId="1076"/>
          <ac:cxnSpMkLst>
            <pc:docMk/>
            <pc:sldMk cId="3916788613" sldId="296"/>
            <ac:cxnSpMk id="35" creationId="{18AAAAC8-256A-491B-9F1C-A6379AAB70F1}"/>
          </ac:cxnSpMkLst>
        </pc:cxnChg>
      </pc:sldChg>
      <pc:sldChg chg="add ord">
        <pc:chgData name="" userId="a5c5f204ea145cf4" providerId="LiveId" clId="{B9EBEBAF-17CD-4886-A68F-9C32F4FB490B}" dt="2026-09-03T14:55:51.155" v="1"/>
        <pc:sldMkLst>
          <pc:docMk/>
          <pc:sldMk cId="0" sldId="29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mospi.gov.in/sites/default/files/publication_reports/AnnualReport_2023-24_0.pdf?utm_source=chatgpt.com" TargetMode="External"/><Relationship Id="rId4" Type="http://schemas.openxmlformats.org/officeDocument/2006/relationships/hyperlink" Target="https://www.pmgatishakti.gov.in/?utm_source=chatgpt.com" TargetMode="External"/><Relationship Id="rId5" Type="http://schemas.openxmlformats.org/officeDocument/2006/relationships/hyperlink" Target="https://dolr.gov.in/en/programmes-schemes/dilrmp-2/?utm_source=chatgpt.com" TargetMode="External"/><Relationship Id="rId6" Type="http://schemas.openxmlformats.org/officeDocument/2006/relationships/hyperlink" Target="https://www.indiacode.nic.in/handle/123456789/19895?utm_source=chatgpt.com" TargetMode="External"/><Relationship Id="rId7" Type="http://schemas.openxmlformats.org/officeDocument/2006/relationships/hyperlink" Target="https://larr.dolr.gov.in/?utm_source=chatgpt.com" TargetMode="External"/><Relationship Id="rId8" Type="http://schemas.openxmlformats.org/officeDocument/2006/relationships/hyperlink" Target="https://xgboost.readthedocs.io/en/stable/?utm_source=chatgpt.com" TargetMode="External"/><Relationship Id="rId9" Type="http://schemas.openxmlformats.org/officeDocument/2006/relationships/hyperlink" Target="https://lightgbm.readthedocs.io/en/stable/?utm_source=chatgpt.com" TargetMode="External"/><Relationship Id="rId10" Type="http://schemas.openxmlformats.org/officeDocument/2006/relationships/hyperlink" Target="https://shap.readthedocs.io/en/latest/?utm_source=chatgpt.com" TargetMode="External"/><Relationship Id="rId11" Type="http://schemas.openxmlformats.org/officeDocument/2006/relationships/hyperlink" Target="https://aclanthology.org/N16-3020.pdf?utm_source=chatgpt.com" TargetMode="External"/><Relationship Id="rId12" Type="http://schemas.openxmlformats.org/officeDocument/2006/relationships/hyperlink" Target="https://aclanthology.org/2020.findings-emnlp.261/?utm_source=chatgpt.com" TargetMode="External"/><Relationship Id="rId13" Type="http://schemas.openxmlformats.org/officeDocument/2006/relationships/hyperlink" Target="https://spacy.io/usage/embeddings-transformers?utm_source=chatgpt.com" TargetMode="External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715755" y="10638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300441" y="222013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05644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51500" y="1781725"/>
            <a:ext cx="6745200" cy="41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54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2601</a:t>
            </a:r>
            <a:r>
              <a:rPr lang="en-US" sz="1900" b="1">
                <a:solidFill>
                  <a:schemeClr val="dk1"/>
                </a:solidFill>
              </a:rPr>
              <a:t>7</a:t>
            </a:r>
            <a:endParaRPr sz="900"/>
          </a:p>
          <a:p>
            <a:pPr marL="285750" marR="0" lvl="0" indent="-254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Title-Predictive Analytics System for Early Detection of Land Acquisition Delays</a:t>
            </a:r>
            <a:endParaRPr sz="900"/>
          </a:p>
          <a:p>
            <a:pPr marL="285750" marR="0" lvl="0" indent="-254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Smart Automation</a:t>
            </a:r>
            <a:endParaRPr sz="900"/>
          </a:p>
          <a:p>
            <a:pPr marL="285750" marR="0" lvl="0" indent="-254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sz="900"/>
          </a:p>
          <a:p>
            <a:pPr marL="285750" marR="0" lvl="0" indent="-254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 sz="900"/>
          </a:p>
          <a:p>
            <a:pPr marL="285750" marR="0" lvl="0" indent="-254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1900" b="1">
                <a:solidFill>
                  <a:schemeClr val="dk1"/>
                </a:solidFill>
              </a:rPr>
              <a:t>- CypherLeek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424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br>
              <a:rPr lang="en-US" sz="2600" b="1" i="1" dirty="0">
                <a:latin typeface="RoME"/>
              </a:rPr>
            </a:br>
            <a:r>
              <a:rPr lang="en-US" sz="2600" b="1" i="1" dirty="0">
                <a:latin typeface="RoME"/>
              </a:rPr>
              <a:t>PREDICTIVE LAND </a:t>
            </a:r>
            <a:r>
              <a:rPr lang="en-US" sz="2600" b="1" i="1" dirty="0">
                <a:latin typeface="+mj-lt"/>
              </a:rPr>
              <a:t>ACQUISITION</a:t>
            </a:r>
            <a:r>
              <a:rPr lang="en-US" sz="2600" b="1" i="1" dirty="0">
                <a:latin typeface="RoME"/>
              </a:rPr>
              <a:t> EARLY-WARNING SYSTEM</a:t>
            </a:r>
            <a:b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47530"/>
            <a:ext cx="1617784" cy="5925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CYBERLEEK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796" y="1500"/>
            <a:ext cx="1827139" cy="862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050AF7-DE25-4391-9D44-E2E1120FBFA2}"/>
              </a:ext>
            </a:extLst>
          </p:cNvPr>
          <p:cNvSpPr txBox="1"/>
          <p:nvPr/>
        </p:nvSpPr>
        <p:spPr>
          <a:xfrm>
            <a:off x="-2" y="2295229"/>
            <a:ext cx="7047915" cy="9848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70C0"/>
                </a:solidFill>
              </a:rPr>
              <a:t>IDEA / SOLUTION</a:t>
            </a:r>
          </a:p>
          <a:p>
            <a:r>
              <a:rPr lang="en-US" sz="1900" b="1" dirty="0"/>
              <a:t>A centralized system that predicts land-acquisition delay risks before they become critical, enabling authorities to take preventive action.</a:t>
            </a:r>
            <a:endParaRPr lang="en-US" sz="1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93B56-4E4E-4482-B74A-D8D20D863C64}"/>
              </a:ext>
            </a:extLst>
          </p:cNvPr>
          <p:cNvSpPr txBox="1"/>
          <p:nvPr/>
        </p:nvSpPr>
        <p:spPr>
          <a:xfrm>
            <a:off x="5700931" y="896804"/>
            <a:ext cx="6491066" cy="1384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70C0"/>
                </a:solidFill>
              </a:rPr>
              <a:t>OUR IDEA:</a:t>
            </a:r>
          </a:p>
          <a:p>
            <a:r>
              <a:rPr lang="en-US" sz="1600" b="1" dirty="0" err="1"/>
              <a:t>LandGuard</a:t>
            </a:r>
            <a:r>
              <a:rPr lang="en-US" sz="1600" b="1" dirty="0"/>
              <a:t> AI</a:t>
            </a:r>
            <a:r>
              <a:rPr lang="en-US" sz="1600" dirty="0"/>
              <a:t> predicts land-acquisition delay risks at every project stage. </a:t>
            </a:r>
          </a:p>
          <a:p>
            <a:r>
              <a:rPr lang="en-US" sz="1600" dirty="0"/>
              <a:t>It analyzes </a:t>
            </a:r>
            <a:r>
              <a:rPr lang="en-US" sz="1600" b="1" dirty="0"/>
              <a:t>revenue, legal, R&amp;R, and project data</a:t>
            </a:r>
            <a:r>
              <a:rPr lang="en-US" sz="1600" dirty="0"/>
              <a:t> to identify risks, explains their causes, and </a:t>
            </a:r>
            <a:r>
              <a:rPr lang="en-US" sz="1600" b="1" dirty="0"/>
              <a:t>alerts officials for early action</a:t>
            </a:r>
            <a:r>
              <a:rPr lang="en-US" sz="1600" dirty="0"/>
              <a:t>.</a:t>
            </a:r>
          </a:p>
          <a:p>
            <a:r>
              <a:rPr lang="en-US" sz="1600" b="1" dirty="0"/>
              <a:t>Predict → Explain → Alert → Act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89F334-7D2F-40D6-9DA5-093D28F54EB9}"/>
              </a:ext>
            </a:extLst>
          </p:cNvPr>
          <p:cNvSpPr txBox="1"/>
          <p:nvPr/>
        </p:nvSpPr>
        <p:spPr>
          <a:xfrm>
            <a:off x="7216730" y="2295748"/>
            <a:ext cx="4975267" cy="40010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70C0"/>
                </a:solidFill>
              </a:rPr>
              <a:t>INNOVATION &amp; UNIQUENESS</a:t>
            </a:r>
          </a:p>
          <a:p>
            <a:r>
              <a:rPr lang="en-US" dirty="0"/>
              <a:t>❖ </a:t>
            </a:r>
            <a:r>
              <a:rPr lang="en-US" b="1" dirty="0"/>
              <a:t>Stage-wise Intelligence</a:t>
            </a:r>
            <a:r>
              <a:rPr lang="en-US" dirty="0"/>
              <a:t> — Predicts risk at individual acquisition stages rather than only overall project delay</a:t>
            </a:r>
          </a:p>
          <a:p>
            <a:r>
              <a:rPr lang="en-US" dirty="0"/>
              <a:t>❖ </a:t>
            </a:r>
            <a:r>
              <a:rPr lang="en-US" b="1" dirty="0"/>
              <a:t>Explainable Predictions</a:t>
            </a:r>
            <a:r>
              <a:rPr lang="en-US" dirty="0"/>
              <a:t> — Shows </a:t>
            </a:r>
            <a:r>
              <a:rPr lang="en-US" i="1" dirty="0"/>
              <a:t>why</a:t>
            </a:r>
            <a:r>
              <a:rPr lang="en-US" dirty="0"/>
              <a:t> a case is at risk instead of producing a black-box score</a:t>
            </a:r>
          </a:p>
          <a:p>
            <a:r>
              <a:rPr lang="en-US" dirty="0"/>
              <a:t>❖ </a:t>
            </a:r>
            <a:r>
              <a:rPr lang="en-US" b="1" dirty="0"/>
              <a:t>Bottleneck Intelligence</a:t>
            </a:r>
            <a:r>
              <a:rPr lang="en-US" dirty="0"/>
              <a:t> — Detects recurring issues affecting multiple projects, regions or departments</a:t>
            </a:r>
          </a:p>
          <a:p>
            <a:r>
              <a:rPr lang="en-US" dirty="0"/>
              <a:t>❖ </a:t>
            </a:r>
            <a:r>
              <a:rPr lang="en-US" b="1" dirty="0"/>
              <a:t>Proactive Decision Support</a:t>
            </a:r>
            <a:r>
              <a:rPr lang="en-US" dirty="0"/>
              <a:t> — Moves beyond monitoring by identifying risks early and supporting preventive action</a:t>
            </a:r>
          </a:p>
          <a:p>
            <a:r>
              <a:rPr lang="en-US" dirty="0"/>
              <a:t>❖ </a:t>
            </a:r>
            <a:r>
              <a:rPr lang="en-US" b="1" dirty="0"/>
              <a:t>Predict → Explain → Act</a:t>
            </a:r>
            <a:r>
              <a:rPr lang="en-US" dirty="0"/>
              <a:t> — Connects AI prediction directly with administrative intervention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5B25B3-20B4-40C6-AFE0-B1488066F383}"/>
              </a:ext>
            </a:extLst>
          </p:cNvPr>
          <p:cNvCxnSpPr>
            <a:cxnSpLocks/>
          </p:cNvCxnSpPr>
          <p:nvPr/>
        </p:nvCxnSpPr>
        <p:spPr>
          <a:xfrm>
            <a:off x="0" y="896804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159A05-B752-4771-8EA0-64E24F92F324}"/>
              </a:ext>
            </a:extLst>
          </p:cNvPr>
          <p:cNvSpPr txBox="1"/>
          <p:nvPr/>
        </p:nvSpPr>
        <p:spPr>
          <a:xfrm>
            <a:off x="0" y="882573"/>
            <a:ext cx="58081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70C0"/>
                </a:solidFill>
              </a:rPr>
              <a:t>PROBLEM:</a:t>
            </a:r>
          </a:p>
          <a:p>
            <a:r>
              <a:rPr lang="en-US" sz="1700" dirty="0"/>
              <a:t>Land acquisition involves </a:t>
            </a:r>
            <a:r>
              <a:rPr lang="en-US" sz="1700" b="1" dirty="0"/>
              <a:t>multiple departments, complex procedures, and fragmented records</a:t>
            </a:r>
            <a:r>
              <a:rPr lang="en-US" sz="1700" dirty="0"/>
              <a:t>, making delays difficult to detect early. This leads to </a:t>
            </a:r>
            <a:r>
              <a:rPr lang="en-US" sz="1700" b="1" dirty="0"/>
              <a:t>cost overruns, disputes, and stalled projects</a:t>
            </a:r>
            <a:r>
              <a:rPr lang="en-US" sz="1700" dirty="0"/>
              <a:t>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9A3695-6E84-45BC-81E1-08E90A92E937}"/>
              </a:ext>
            </a:extLst>
          </p:cNvPr>
          <p:cNvCxnSpPr>
            <a:cxnSpLocks/>
          </p:cNvCxnSpPr>
          <p:nvPr/>
        </p:nvCxnSpPr>
        <p:spPr>
          <a:xfrm>
            <a:off x="0" y="2329123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FAB7A2-8E30-472F-96A5-5E31399F5382}"/>
              </a:ext>
            </a:extLst>
          </p:cNvPr>
          <p:cNvCxnSpPr>
            <a:cxnSpLocks/>
          </p:cNvCxnSpPr>
          <p:nvPr/>
        </p:nvCxnSpPr>
        <p:spPr>
          <a:xfrm flipV="1">
            <a:off x="5700931" y="896804"/>
            <a:ext cx="0" cy="143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6C3BC7E-4598-4FBC-ACCD-4E58D4087F9A}"/>
              </a:ext>
            </a:extLst>
          </p:cNvPr>
          <p:cNvSpPr txBox="1"/>
          <p:nvPr/>
        </p:nvSpPr>
        <p:spPr>
          <a:xfrm>
            <a:off x="152400" y="3355531"/>
            <a:ext cx="445946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❖ </a:t>
            </a:r>
            <a:r>
              <a:rPr lang="en-US" sz="1900" b="1" dirty="0"/>
              <a:t>Predictive Intelligence</a:t>
            </a:r>
            <a:r>
              <a:rPr lang="en-US" sz="1900" dirty="0"/>
              <a:t> – Stage-wise delay prediction using revenue, legal, R&amp;R &amp; project data.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D34BCE30-EDF5-4ACC-994C-704610DC7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D1B6E898-D1FA-4C58-A576-9A8C0F4C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7959B6A0-23A6-4CCA-90C0-A604651F8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9AD17E8-FD52-43E8-944C-CF5E2624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917" y="3227050"/>
            <a:ext cx="2785405" cy="217360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3081C68-38BB-4541-ABA4-D62D26C90496}"/>
              </a:ext>
            </a:extLst>
          </p:cNvPr>
          <p:cNvSpPr txBox="1"/>
          <p:nvPr/>
        </p:nvSpPr>
        <p:spPr>
          <a:xfrm>
            <a:off x="152400" y="5400654"/>
            <a:ext cx="70479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❖ </a:t>
            </a:r>
            <a:r>
              <a:rPr lang="en-US" sz="1900" b="1" dirty="0"/>
              <a:t>Actionable Monitoring</a:t>
            </a:r>
            <a:r>
              <a:rPr lang="en-US" sz="1900" dirty="0"/>
              <a:t> – GIS dashboard highlights high-risk projects with automated alerts &amp; recommendations.</a:t>
            </a:r>
          </a:p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A4958-117D-4613-B13A-FAD4268E1A37}"/>
              </a:ext>
            </a:extLst>
          </p:cNvPr>
          <p:cNvSpPr txBox="1"/>
          <p:nvPr/>
        </p:nvSpPr>
        <p:spPr>
          <a:xfrm>
            <a:off x="152400" y="4354278"/>
            <a:ext cx="458607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❖ </a:t>
            </a:r>
            <a:r>
              <a:rPr lang="en-US" sz="1900" b="1" dirty="0"/>
              <a:t>Smart Document &amp; Risk Analysis</a:t>
            </a:r>
            <a:r>
              <a:rPr lang="en-US" sz="1900" dirty="0"/>
              <a:t> – NLP/OCR processes legacy records while Explainable AI identifies key risk factors.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1" name="Rectangle 17410"/>
          <p:cNvSpPr/>
          <p:nvPr/>
        </p:nvSpPr>
        <p:spPr>
          <a:xfrm>
            <a:off x="0" y="896112"/>
            <a:ext cx="12188952" cy="18288"/>
          </a:xfrm>
          <a:prstGeom prst="rect">
            <a:avLst/>
          </a:prstGeom>
          <a:solidFill>
            <a:srgbClr val="C8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4343400" y="896112"/>
            <a:ext cx="18288" cy="5440680"/>
          </a:xfrm>
          <a:prstGeom prst="rect">
            <a:avLst/>
          </a:prstGeom>
          <a:solidFill>
            <a:srgbClr val="C8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55448" y="932688"/>
            <a:ext cx="4182376" cy="5657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70C0"/>
                </a:solidFill>
              </a:defRPr>
            </a:pPr>
            <a:r>
              <a:rPr sz="2000" u="sng" dirty="0"/>
              <a:t>SOFTWARE / TECHNOLOGIES</a:t>
            </a:r>
            <a:endParaRPr u="sng" dirty="0"/>
          </a:p>
          <a:p>
            <a:r>
              <a:rPr lang="en-IN" sz="1650" dirty="0"/>
              <a:t>❖ </a:t>
            </a:r>
            <a:r>
              <a:rPr lang="en-IN" sz="1650" b="1" dirty="0"/>
              <a:t>Python (Pandas, NumPy)</a:t>
            </a:r>
            <a:r>
              <a:rPr lang="en-IN" sz="1650" dirty="0"/>
              <a:t> – Handles data cleaning, transformation, </a:t>
            </a:r>
            <a:r>
              <a:rPr lang="en-IN" sz="1650" dirty="0" err="1"/>
              <a:t>preprocessing</a:t>
            </a:r>
            <a:r>
              <a:rPr lang="en-IN" sz="1650" dirty="0"/>
              <a:t> and feature engineering for land-acquisition records.</a:t>
            </a:r>
          </a:p>
          <a:p>
            <a:r>
              <a:rPr lang="en-IN" sz="1650" dirty="0"/>
              <a:t>❖ </a:t>
            </a:r>
            <a:r>
              <a:rPr lang="en-IN" sz="1650" b="1" dirty="0"/>
              <a:t>Database</a:t>
            </a:r>
            <a:r>
              <a:rPr lang="en-IN" sz="1650" dirty="0"/>
              <a:t> – Maintains structured project, land, legal, compensation and R&amp;R records for centralized analysis.</a:t>
            </a:r>
          </a:p>
          <a:p>
            <a:r>
              <a:rPr lang="en-IN" sz="1650" dirty="0"/>
              <a:t>❖ </a:t>
            </a:r>
            <a:r>
              <a:rPr lang="en-IN" sz="1650" b="1" dirty="0"/>
              <a:t>OCR + NLP</a:t>
            </a:r>
            <a:r>
              <a:rPr lang="en-IN" sz="1650" dirty="0"/>
              <a:t> – Extracts information from scanned and legacy documents using OCR, </a:t>
            </a:r>
            <a:r>
              <a:rPr lang="en-IN" sz="1650" dirty="0" err="1"/>
              <a:t>spaCy</a:t>
            </a:r>
            <a:r>
              <a:rPr lang="en-IN" sz="1650" dirty="0"/>
              <a:t> and Legal-BERT for legal-text analysis.</a:t>
            </a:r>
          </a:p>
          <a:p>
            <a:r>
              <a:rPr lang="en-IN" sz="1650" dirty="0"/>
              <a:t>❖ </a:t>
            </a:r>
            <a:r>
              <a:rPr lang="en-IN" sz="1650" b="1" dirty="0" err="1"/>
              <a:t>XGBoost</a:t>
            </a:r>
            <a:r>
              <a:rPr lang="en-IN" sz="1650" b="1" dirty="0"/>
              <a:t> / </a:t>
            </a:r>
            <a:r>
              <a:rPr lang="en-IN" sz="1650" b="1" dirty="0" err="1"/>
              <a:t>LightGBM</a:t>
            </a:r>
            <a:r>
              <a:rPr lang="en-IN" sz="1650" dirty="0"/>
              <a:t> – Uses historical and current acquisition data to predict delay risks at individual project stages.</a:t>
            </a:r>
          </a:p>
          <a:p>
            <a:r>
              <a:rPr lang="en-IN" sz="1650" dirty="0"/>
              <a:t>❖ </a:t>
            </a:r>
            <a:r>
              <a:rPr lang="en-IN" sz="1650" b="1" dirty="0"/>
              <a:t>SHAP / LIME</a:t>
            </a:r>
            <a:r>
              <a:rPr lang="en-IN" sz="1650" dirty="0"/>
              <a:t> – Provides explainable predictions by identifying the major factors contributing to each delay-risk score.</a:t>
            </a:r>
          </a:p>
          <a:p>
            <a:r>
              <a:rPr lang="en-IN" sz="1650" dirty="0"/>
              <a:t>❖ </a:t>
            </a:r>
            <a:r>
              <a:rPr lang="en-IN" sz="1650" b="1" dirty="0"/>
              <a:t>Flask/Django + React.js + GIS</a:t>
            </a:r>
            <a:r>
              <a:rPr lang="en-IN" sz="1650" dirty="0"/>
              <a:t> – Integrates backend APIs, interactive dashboards, geographic risk visualization and automated alerts.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26280" y="932688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70C0"/>
                </a:solidFill>
              </a:defRPr>
            </a:pPr>
            <a:r>
              <a:t>FLOW CHART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32FF9A48-2D74-4D1F-AAC8-C76AC6841F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47530"/>
            <a:ext cx="1617784" cy="5925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CYBERLEEK</a:t>
            </a:r>
            <a:endParaRPr lang="en-IN" sz="1600" dirty="0"/>
          </a:p>
        </p:txBody>
      </p:sp>
      <p:pic>
        <p:nvPicPr>
          <p:cNvPr id="17415" name="Picture 17414" descr="slide3_sih_flowchar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9120" y="123444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ectangle 17410"/>
          <p:cNvSpPr/>
          <p:nvPr/>
        </p:nvSpPr>
        <p:spPr>
          <a:xfrm>
            <a:off x="0" y="896112"/>
            <a:ext cx="12188952" cy="18288"/>
          </a:xfrm>
          <a:prstGeom prst="rect">
            <a:avLst/>
          </a:prstGeom>
          <a:solidFill>
            <a:srgbClr val="C8CD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0" y="3611880"/>
            <a:ext cx="12188952" cy="18288"/>
          </a:xfrm>
          <a:prstGeom prst="rect">
            <a:avLst/>
          </a:prstGeom>
          <a:solidFill>
            <a:srgbClr val="C8CD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ectangle 17412"/>
          <p:cNvSpPr/>
          <p:nvPr/>
        </p:nvSpPr>
        <p:spPr>
          <a:xfrm>
            <a:off x="6089904" y="896112"/>
            <a:ext cx="18288" cy="5440680"/>
          </a:xfrm>
          <a:prstGeom prst="rect">
            <a:avLst/>
          </a:prstGeom>
          <a:solidFill>
            <a:srgbClr val="C8CD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194421" y="986650"/>
            <a:ext cx="5577840" cy="2575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</a:defRPr>
            </a:pPr>
            <a:r>
              <a:rPr lang="en-IN" sz="2000" u="sng" dirty="0"/>
              <a:t>FEASIBILITY:</a:t>
            </a:r>
            <a:endParaRPr sz="2000" u="sng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/>
              <a:t>❖ </a:t>
            </a:r>
            <a:r>
              <a:rPr sz="1600" b="1"/>
              <a:t>Technical</a:t>
            </a:r>
            <a:r>
              <a:rPr sz="1600" b="0"/>
              <a:t> – Proven ML/NLP models can integrate through standard REST APIs.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Operational</a:t>
            </a:r>
            <a:r>
              <a:rPr sz="1600" b="0" dirty="0">
                <a:solidFill>
                  <a:srgbClr val="1E293B"/>
                </a:solidFill>
              </a:rPr>
              <a:t> – Fits existing district revenue workflows without disrupting current procedures.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Data</a:t>
            </a:r>
            <a:r>
              <a:rPr sz="1600" b="0" dirty="0">
                <a:solidFill>
                  <a:srgbClr val="1E293B"/>
                </a:solidFill>
              </a:rPr>
              <a:t> – OCR and NLP enable processing of both structured and legacy records.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Cost</a:t>
            </a:r>
            <a:r>
              <a:rPr sz="1600" b="0" dirty="0">
                <a:solidFill>
                  <a:srgbClr val="1E293B"/>
                </a:solidFill>
              </a:rPr>
              <a:t> – Open-source technologies keep development and deployment costs low.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22203" y="974904"/>
            <a:ext cx="5577840" cy="2575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</a:defRPr>
            </a:pPr>
            <a:r>
              <a:rPr lang="en-IN" sz="2000" u="sng" dirty="0"/>
              <a:t>VIABILITY:</a:t>
            </a:r>
            <a:endParaRPr sz="2000" u="sng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Scalable</a:t>
            </a:r>
            <a:r>
              <a:rPr sz="1600" b="0" dirty="0">
                <a:solidFill>
                  <a:srgbClr val="1E293B"/>
                </a:solidFill>
              </a:rPr>
              <a:t> – Can expand from pilot districts to state-level implementation.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Integrable</a:t>
            </a:r>
            <a:r>
              <a:rPr sz="1600" b="0" dirty="0">
                <a:solidFill>
                  <a:srgbClr val="1E293B"/>
                </a:solidFill>
              </a:rPr>
              <a:t> – Designed to work alongside existing land-record systems and portals.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Actionable</a:t>
            </a:r>
            <a:r>
              <a:rPr sz="1600" b="0" dirty="0">
                <a:solidFill>
                  <a:srgbClr val="1E293B"/>
                </a:solidFill>
              </a:rPr>
              <a:t> – Risk scores, explanations and alerts directly support officials' decisions.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/>
              <a:t>❖ </a:t>
            </a:r>
            <a:r>
              <a:rPr sz="1600" b="1"/>
              <a:t>Long-term</a:t>
            </a:r>
            <a:r>
              <a:rPr sz="1600" b="0"/>
              <a:t> – Continuous feedback improves predictions as more acquisition cases are processed.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07264" y="3719237"/>
            <a:ext cx="5577840" cy="2575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</a:defRPr>
            </a:pPr>
            <a:r>
              <a:rPr lang="en-IN" sz="2000" u="sng" dirty="0"/>
              <a:t>CHALLENGES:</a:t>
            </a:r>
            <a:endParaRPr sz="2000" u="sng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Data Fragmentation</a:t>
            </a:r>
            <a:r>
              <a:rPr sz="1600" b="0" dirty="0">
                <a:solidFill>
                  <a:srgbClr val="1E293B"/>
                </a:solidFill>
              </a:rPr>
              <a:t> – Revenue, legal and R&amp;R records remain distributed across departments.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Legacy Documents</a:t>
            </a:r>
            <a:r>
              <a:rPr sz="1600" b="0" dirty="0">
                <a:solidFill>
                  <a:srgbClr val="1E293B"/>
                </a:solidFill>
              </a:rPr>
              <a:t> – Records may be scanned, inconsistent or in regional languages.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Data Quality</a:t>
            </a:r>
            <a:r>
              <a:rPr sz="1600" b="0" dirty="0">
                <a:solidFill>
                  <a:srgbClr val="1E293B"/>
                </a:solidFill>
              </a:rPr>
              <a:t> – Missing or outdated records can affect prediction accuracy.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User Trust</a:t>
            </a:r>
            <a:r>
              <a:rPr sz="1600" b="0" dirty="0">
                <a:solidFill>
                  <a:srgbClr val="1E293B"/>
                </a:solidFill>
              </a:rPr>
              <a:t> – Officials may hesitate to rely on unexplained AI predictions.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09360" y="3735710"/>
            <a:ext cx="5577840" cy="2575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</a:defRPr>
            </a:pPr>
            <a:r>
              <a:rPr sz="2000" u="sng" dirty="0"/>
              <a:t>MITIGATION STRATEGY</a:t>
            </a:r>
            <a:r>
              <a:rPr lang="en-IN" sz="2000" u="sng" dirty="0"/>
              <a:t>:</a:t>
            </a:r>
            <a:endParaRPr sz="2000" u="sng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Unified ETL + OCR</a:t>
            </a:r>
            <a:r>
              <a:rPr sz="1600" b="0" dirty="0">
                <a:solidFill>
                  <a:srgbClr val="1E293B"/>
                </a:solidFill>
              </a:rPr>
              <a:t> – Standardizes data from multiple departments and legacy documents.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Multilingual NLP</a:t>
            </a:r>
            <a:r>
              <a:rPr sz="1600" b="0" dirty="0">
                <a:solidFill>
                  <a:srgbClr val="1E293B"/>
                </a:solidFill>
              </a:rPr>
              <a:t> – Extracts useful information from regional-language records.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Explainable AI</a:t>
            </a:r>
            <a:r>
              <a:rPr sz="1600" b="0" dirty="0">
                <a:solidFill>
                  <a:srgbClr val="1E293B"/>
                </a:solidFill>
              </a:rPr>
              <a:t> – SHAP/LIME shows the factors behind each risk score.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1E293B"/>
                </a:solidFill>
              </a:rPr>
              <a:t>Human-in-the-Loop</a:t>
            </a:r>
            <a:r>
              <a:rPr sz="1600" b="0" dirty="0">
                <a:solidFill>
                  <a:srgbClr val="1E293B"/>
                </a:solidFill>
              </a:rPr>
              <a:t> – Officer feedback and case outcomes continuously improve the system.</a:t>
            </a:r>
          </a:p>
        </p:txBody>
      </p:sp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BC39257B-9AF2-4B45-8DAC-535089DFFA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47530"/>
            <a:ext cx="1617784" cy="5925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CYBERLEEK</a:t>
            </a:r>
            <a:endParaRPr lang="en-IN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C4F2F1-DB2D-4BE2-A28B-33F968932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796" y="1500"/>
            <a:ext cx="1827139" cy="8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ectangle 17410"/>
          <p:cNvSpPr/>
          <p:nvPr/>
        </p:nvSpPr>
        <p:spPr>
          <a:xfrm>
            <a:off x="0" y="896112"/>
            <a:ext cx="12188952" cy="18288"/>
          </a:xfrm>
          <a:prstGeom prst="rect">
            <a:avLst/>
          </a:prstGeom>
          <a:solidFill>
            <a:srgbClr val="C8CD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120640" y="896112"/>
            <a:ext cx="18288" cy="5440680"/>
          </a:xfrm>
          <a:prstGeom prst="rect">
            <a:avLst/>
          </a:prstGeom>
          <a:solidFill>
            <a:srgbClr val="C8CD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6118" y="591914"/>
            <a:ext cx="4956048" cy="584929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dirty="0">
                <a:solidFill>
                  <a:srgbClr val="0070C0"/>
                </a:solidFill>
              </a:rPr>
              <a:t>DIRECT IMPACT ON TARGET USERS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360" dirty="0"/>
              <a:t>❖ </a:t>
            </a:r>
            <a:r>
              <a:rPr lang="en-US" sz="1360" b="1" dirty="0"/>
              <a:t>Revenue &amp; Nodal Officers</a:t>
            </a:r>
            <a:r>
              <a:rPr lang="en-US" sz="1360" dirty="0"/>
              <a:t> – Prioritize high-risk cases through early alerts.</a:t>
            </a:r>
            <a:br>
              <a:rPr lang="en-US" sz="1360" dirty="0"/>
            </a:br>
            <a:r>
              <a:rPr lang="en-US" sz="1360" dirty="0"/>
              <a:t>❖ </a:t>
            </a:r>
            <a:r>
              <a:rPr lang="en-US" sz="1360" b="1" dirty="0"/>
              <a:t>Project Authorities</a:t>
            </a:r>
            <a:r>
              <a:rPr lang="en-US" sz="1360" dirty="0"/>
              <a:t> – Identify bottlenecks for faster intervention.</a:t>
            </a:r>
            <a:br>
              <a:rPr lang="en-US" sz="1360" dirty="0"/>
            </a:br>
            <a:r>
              <a:rPr lang="en-US" sz="1360" dirty="0"/>
              <a:t>❖ </a:t>
            </a:r>
            <a:r>
              <a:rPr lang="en-US" sz="1360" b="1" dirty="0"/>
              <a:t>Landowners &amp; Families</a:t>
            </a:r>
            <a:r>
              <a:rPr lang="en-US" sz="1360" dirty="0"/>
              <a:t> – Reduce compensation and R&amp;R-related delays.</a:t>
            </a:r>
            <a:br>
              <a:rPr lang="en-US" sz="1360" dirty="0"/>
            </a:br>
            <a:r>
              <a:rPr lang="en-US" sz="1360" dirty="0"/>
              <a:t>❖ </a:t>
            </a:r>
            <a:r>
              <a:rPr lang="en-US" sz="1360" b="1" dirty="0"/>
              <a:t>Government Departments</a:t>
            </a:r>
            <a:r>
              <a:rPr lang="en-US" sz="1360" dirty="0"/>
              <a:t> – Improve coordination through shared risk visibility.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059669"/>
                </a:solidFill>
              </a:rPr>
              <a:t>STRATEGIC IMPACT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360" dirty="0"/>
              <a:t>❖ </a:t>
            </a:r>
            <a:r>
              <a:rPr lang="en-US" sz="1360" b="1" dirty="0"/>
              <a:t>Proactive Governance</a:t>
            </a:r>
            <a:r>
              <a:rPr lang="en-US" sz="1360" dirty="0"/>
              <a:t> – Enables early intervention instead of reactive monitoring.</a:t>
            </a:r>
            <a:br>
              <a:rPr lang="en-US" sz="1360" dirty="0"/>
            </a:br>
            <a:r>
              <a:rPr lang="en-US" sz="1360" dirty="0"/>
              <a:t>❖ </a:t>
            </a:r>
            <a:r>
              <a:rPr lang="en-US" sz="1360" b="1" dirty="0"/>
              <a:t>Data-Driven Decisions</a:t>
            </a:r>
            <a:r>
              <a:rPr lang="en-US" sz="1360" dirty="0"/>
              <a:t> – Converts fragmented records into actionable insights.</a:t>
            </a:r>
            <a:br>
              <a:rPr lang="en-US" sz="1360" dirty="0"/>
            </a:br>
            <a:r>
              <a:rPr lang="en-US" sz="1360" dirty="0"/>
              <a:t>❖ </a:t>
            </a:r>
            <a:r>
              <a:rPr lang="en-US" sz="1360" b="1" dirty="0"/>
              <a:t>Greater Transparency</a:t>
            </a:r>
            <a:r>
              <a:rPr lang="en-US" sz="1360" dirty="0"/>
              <a:t> – Explains the reasons behind flagged risks.</a:t>
            </a:r>
            <a:br>
              <a:rPr lang="en-US" sz="1360" dirty="0"/>
            </a:br>
            <a:r>
              <a:rPr lang="en-US" sz="1360" dirty="0"/>
              <a:t>❖ </a:t>
            </a:r>
            <a:r>
              <a:rPr lang="en-US" sz="1360" b="1" dirty="0"/>
              <a:t>Scalable Monitoring</a:t>
            </a:r>
            <a:r>
              <a:rPr lang="en-US" sz="1360" dirty="0"/>
              <a:t> – Identifies project and regional bottlenecks</a:t>
            </a:r>
            <a:r>
              <a:rPr lang="en-US" sz="1340" dirty="0"/>
              <a:t>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D97706"/>
                </a:solidFill>
              </a:rPr>
              <a:t>ECONOMIC &amp; OPERATIONAL BENEFITS</a:t>
            </a:r>
          </a:p>
          <a:p>
            <a:r>
              <a:rPr lang="en-IN" sz="1360" dirty="0"/>
              <a:t>❖ </a:t>
            </a:r>
            <a:r>
              <a:rPr lang="en-IN" sz="1360" b="1" dirty="0"/>
              <a:t>Reduced Project Delays</a:t>
            </a:r>
            <a:r>
              <a:rPr lang="en-IN" sz="1360" dirty="0"/>
              <a:t> – Detects bottlenecks before they escalate.</a:t>
            </a:r>
            <a:br>
              <a:rPr lang="en-IN" sz="1360" dirty="0"/>
            </a:br>
            <a:r>
              <a:rPr lang="en-IN" sz="1360" dirty="0"/>
              <a:t>❖ </a:t>
            </a:r>
            <a:r>
              <a:rPr lang="en-IN" sz="1360" b="1" dirty="0"/>
              <a:t>Lower Cost Overruns</a:t>
            </a:r>
            <a:r>
              <a:rPr lang="en-IN" sz="1360" dirty="0"/>
              <a:t> – Enables faster intervention and resource planning.</a:t>
            </a:r>
            <a:br>
              <a:rPr lang="en-IN" sz="1360" dirty="0"/>
            </a:br>
            <a:r>
              <a:rPr lang="en-IN" sz="1360" dirty="0"/>
              <a:t>❖ </a:t>
            </a:r>
            <a:r>
              <a:rPr lang="en-IN" sz="1360" b="1" dirty="0"/>
              <a:t>Faster R&amp;R &amp; Compensation</a:t>
            </a:r>
            <a:r>
              <a:rPr lang="en-IN" sz="1360" dirty="0"/>
              <a:t> – Highlights cases needing immediate attention.</a:t>
            </a:r>
            <a:br>
              <a:rPr lang="en-IN" sz="1360" dirty="0"/>
            </a:br>
            <a:r>
              <a:rPr lang="en-IN" sz="1360" dirty="0"/>
              <a:t>❖ </a:t>
            </a:r>
            <a:r>
              <a:rPr lang="en-IN" sz="1360" b="1" dirty="0"/>
              <a:t>Improved Accountability</a:t>
            </a:r>
            <a:r>
              <a:rPr lang="en-IN" sz="1360" dirty="0"/>
              <a:t> – Tracks alerts, risks and follow-up actions.</a:t>
            </a:r>
          </a:p>
        </p:txBody>
      </p:sp>
      <p:pic>
        <p:nvPicPr>
          <p:cNvPr id="17414" name="Picture 17413" descr="slide5_user_exact_diagram.png"/>
          <p:cNvPicPr>
            <a:picLocks noChangeAspect="1"/>
          </p:cNvPicPr>
          <p:nvPr/>
        </p:nvPicPr>
        <p:blipFill rotWithShape="1">
          <a:blip r:embed="rId3"/>
          <a:srcRect l="6711" t="1096" r="5856"/>
          <a:stretch/>
        </p:blipFill>
        <p:spPr>
          <a:xfrm>
            <a:off x="5150217" y="959802"/>
            <a:ext cx="6947295" cy="5326846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7E186AD7-CA71-4F44-8A4E-9349A7E595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47530"/>
            <a:ext cx="1617784" cy="5925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CYBERLEEK</a:t>
            </a:r>
            <a:endParaRPr lang="en-IN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4EFFB6-A435-46BA-B063-DDA522DB7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796" y="1500"/>
            <a:ext cx="1827139" cy="8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4" name="TextBox 17413"/>
          <p:cNvSpPr txBox="1"/>
          <p:nvPr/>
        </p:nvSpPr>
        <p:spPr>
          <a:xfrm>
            <a:off x="240141" y="960120"/>
            <a:ext cx="356616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70C0"/>
                </a:solidFill>
              </a:defRPr>
            </a:pPr>
            <a:r>
              <a:rPr sz="1600" dirty="0"/>
              <a:t>GOVERNMENT DATA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62065" y="1335266"/>
            <a:ext cx="3611880" cy="15087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rPr sz="1600" dirty="0" err="1"/>
              <a:t>MoSPI</a:t>
            </a:r>
            <a:r>
              <a:rPr sz="1600" dirty="0"/>
              <a:t> Reports</a:t>
            </a:r>
          </a:p>
          <a:p>
            <a:pPr>
              <a:defRPr sz="2200" b="1">
                <a:solidFill>
                  <a:srgbClr val="E11D48"/>
                </a:solidFill>
              </a:defRPr>
            </a:pPr>
            <a:r>
              <a:rPr dirty="0"/>
              <a:t>41.59%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sz="1400" dirty="0"/>
              <a:t>Infrastructure projects faced time overruns due to land acquisition (March 2024).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62065" y="2926080"/>
            <a:ext cx="3611880" cy="150876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rPr sz="1600" dirty="0"/>
              <a:t>DILRMP Portal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rPr dirty="0"/>
              <a:t>95.09%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sz="1600" dirty="0"/>
              <a:t>Villages with computerized Records of Rights (</a:t>
            </a:r>
            <a:r>
              <a:rPr sz="1600" dirty="0" err="1"/>
              <a:t>RoRs</a:t>
            </a:r>
            <a:r>
              <a:rPr sz="1600" dirty="0"/>
              <a:t>) integrated (Dec 2023).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-34114" y="4250955"/>
            <a:ext cx="4085257" cy="197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</a:t>
            </a:r>
            <a:r>
              <a:rPr sz="1600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Reports</a:t>
            </a:r>
            <a:r>
              <a:rPr sz="1600" b="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600" b="0" dirty="0">
                <a:solidFill>
                  <a:srgbClr val="1E293B"/>
                </a:solidFill>
              </a:rPr>
              <a:t>– Infrastructure project cost &amp; time overrun context.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 </a:t>
            </a:r>
            <a:r>
              <a:rPr sz="1600" b="1" dirty="0" err="1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GatiShakti</a:t>
            </a:r>
            <a:r>
              <a:rPr sz="1600" b="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600" b="0" dirty="0">
                <a:solidFill>
                  <a:srgbClr val="1E293B"/>
                </a:solidFill>
              </a:rPr>
              <a:t>– Geospatial planning &amp; inter-department coordination.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DILRMP</a:t>
            </a:r>
            <a:r>
              <a:rPr sz="1600" b="0" dirty="0">
                <a:solidFill>
                  <a:srgbClr val="1E293B"/>
                </a:solidFill>
              </a:rPr>
              <a:t> – Digital land-record management and integration.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51960" y="960120"/>
            <a:ext cx="356616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70C0"/>
                </a:solidFill>
              </a:defRPr>
            </a:pPr>
            <a:r>
              <a:rPr sz="1600" dirty="0"/>
              <a:t>LEGAL &amp; POLICY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238244" y="1354337"/>
            <a:ext cx="3611880" cy="150876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rPr sz="1600" dirty="0"/>
              <a:t>RFCTLARR Act, 2013</a:t>
            </a:r>
            <a:endParaRPr lang="en-IN" sz="1600" dirty="0"/>
          </a:p>
          <a:p>
            <a:pPr algn="ctr">
              <a:defRPr sz="1300" b="1">
                <a:solidFill>
                  <a:srgbClr val="0369A1"/>
                </a:solidFill>
              </a:defRPr>
            </a:pPr>
            <a:endParaRPr dirty="0"/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Acquisition &amp; R&amp;R Framework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sz="1400" dirty="0"/>
              <a:t>Statutory framework governing land acquisition, fair compensation, and R&amp;R procedures</a:t>
            </a:r>
            <a:r>
              <a:rPr sz="1050" dirty="0"/>
              <a:t>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51960" y="2935943"/>
            <a:ext cx="3611880" cy="150876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rPr sz="1600" dirty="0"/>
              <a:t>NAKSHA Portal</a:t>
            </a:r>
            <a:endParaRPr lang="en-IN" sz="1600" dirty="0"/>
          </a:p>
          <a:p>
            <a:pPr algn="ctr">
              <a:defRPr sz="1300" b="1">
                <a:solidFill>
                  <a:srgbClr val="0369A1"/>
                </a:solidFill>
              </a:defRPr>
            </a:pPr>
            <a:endParaRPr dirty="0"/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GIS Digital Land Maps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sz="1600" dirty="0"/>
              <a:t>Department of Land Resources GIS-integrated digital maps, drone &amp; Web-GIS data.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76697" y="4257441"/>
            <a:ext cx="3961348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0" dirty="0">
                <a:solidFill>
                  <a:srgbClr val="1E293B"/>
                </a:solidFill>
              </a:rPr>
              <a:t>❖ </a:t>
            </a:r>
            <a:r>
              <a:rPr b="1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RFCTLARR Act, 2013</a:t>
            </a:r>
            <a:r>
              <a:rPr b="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b="0" dirty="0">
                <a:solidFill>
                  <a:srgbClr val="1E293B"/>
                </a:solidFill>
              </a:rPr>
              <a:t>– Land acquisition, compensation &amp; R&amp;R framework.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0" dirty="0">
                <a:solidFill>
                  <a:srgbClr val="1E293B"/>
                </a:solidFill>
              </a:rPr>
              <a:t>❖ </a:t>
            </a:r>
            <a:r>
              <a:rPr b="1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Acquisition Workflows</a:t>
            </a:r>
            <a:r>
              <a:rPr b="0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b="0" dirty="0">
                <a:solidFill>
                  <a:srgbClr val="1E293B"/>
                </a:solidFill>
              </a:rPr>
              <a:t>– Reference for acquisition stages &amp; statutory procedures</a:t>
            </a:r>
            <a:r>
              <a:rPr sz="1050" b="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183879" y="960120"/>
            <a:ext cx="356616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70C0"/>
                </a:solidFill>
              </a:defRPr>
            </a:pPr>
            <a:r>
              <a:rPr sz="1600" dirty="0"/>
              <a:t>TECHNICAL BASIS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183879" y="1325880"/>
            <a:ext cx="3611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rPr sz="1600" dirty="0" err="1"/>
              <a:t>XGBoost</a:t>
            </a:r>
            <a:r>
              <a:rPr sz="1600" dirty="0"/>
              <a:t> / </a:t>
            </a:r>
            <a:r>
              <a:rPr sz="1600" dirty="0" err="1"/>
              <a:t>LightGBM</a:t>
            </a:r>
            <a:endParaRPr lang="en-IN" sz="1600" dirty="0"/>
          </a:p>
          <a:p>
            <a:pPr algn="ctr">
              <a:defRPr sz="1300" b="1">
                <a:solidFill>
                  <a:srgbClr val="1E293B"/>
                </a:solidFill>
              </a:defRPr>
            </a:pPr>
            <a:endParaRPr dirty="0"/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rPr sz="1600" dirty="0"/>
              <a:t>Risk Prediction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sz="1600" dirty="0"/>
              <a:t>Gradient-boosting algorithms for multi-factor stage-wise delay risk prediction.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165592" y="2970308"/>
            <a:ext cx="3611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rPr sz="1600" dirty="0"/>
              <a:t>SHAP / LIME &amp; Legal-BERT</a:t>
            </a:r>
            <a:endParaRPr lang="en-IN" sz="1600" dirty="0"/>
          </a:p>
          <a:p>
            <a:pPr algn="ctr">
              <a:defRPr sz="1300" b="1">
                <a:solidFill>
                  <a:srgbClr val="1E293B"/>
                </a:solidFill>
              </a:defRPr>
            </a:pPr>
            <a:endParaRPr dirty="0"/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rPr sz="1600" dirty="0"/>
              <a:t>Explainable AI &amp; Legal NLP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sz="1600" dirty="0"/>
              <a:t>Factor attribution for predictions and NLP extraction of legal entities and clauses.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139566" y="4275566"/>
            <a:ext cx="3991239" cy="197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 err="1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XGBoost</a:t>
            </a:r>
            <a:r>
              <a:rPr sz="1600" b="1" dirty="0">
                <a:solidFill>
                  <a:srgbClr val="1E293B"/>
                </a:solidFill>
              </a:rPr>
              <a:t> / </a:t>
            </a:r>
            <a:r>
              <a:rPr sz="1600" b="1" dirty="0" err="1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LightGBM</a:t>
            </a:r>
            <a:r>
              <a:rPr sz="1600" b="0" dirty="0">
                <a:solidFill>
                  <a:srgbClr val="1E293B"/>
                </a:solidFill>
              </a:rPr>
              <a:t> – Predictive risk modelling.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0070C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SHAP</a:t>
            </a:r>
            <a:r>
              <a:rPr sz="1600" b="1" dirty="0">
                <a:solidFill>
                  <a:srgbClr val="1E293B"/>
                </a:solidFill>
              </a:rPr>
              <a:t> / </a:t>
            </a:r>
            <a:r>
              <a:rPr sz="1600" b="1" dirty="0">
                <a:solidFill>
                  <a:srgbClr val="0070C0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LIME</a:t>
            </a:r>
            <a:r>
              <a:rPr sz="1600" b="0" dirty="0">
                <a:solidFill>
                  <a:srgbClr val="1E293B"/>
                </a:solidFill>
              </a:rPr>
              <a:t> – Explainable AI &amp; risk-factor analysis.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dirty="0">
                <a:solidFill>
                  <a:srgbClr val="1E293B"/>
                </a:solidFill>
              </a:rPr>
              <a:t>❖ </a:t>
            </a:r>
            <a:r>
              <a:rPr sz="1600" b="1" dirty="0">
                <a:solidFill>
                  <a:srgbClr val="0070C0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Legal-BERT</a:t>
            </a:r>
            <a:r>
              <a:rPr sz="1600" b="1" dirty="0">
                <a:solidFill>
                  <a:srgbClr val="1E293B"/>
                </a:solidFill>
              </a:rPr>
              <a:t> / </a:t>
            </a:r>
            <a:r>
              <a:rPr sz="1600" b="1" dirty="0">
                <a:solidFill>
                  <a:srgbClr val="0070C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NLP</a:t>
            </a:r>
            <a:r>
              <a:rPr sz="1600" b="0" dirty="0">
                <a:solidFill>
                  <a:srgbClr val="1E293B"/>
                </a:solidFill>
              </a:rPr>
              <a:t> – Legal document understanding &amp; extraction.</a:t>
            </a:r>
          </a:p>
        </p:txBody>
      </p:sp>
      <p:sp>
        <p:nvSpPr>
          <p:cNvPr id="27" name="Oval 26" descr="Your startup LOGO">
            <a:extLst>
              <a:ext uri="{FF2B5EF4-FFF2-40B4-BE49-F238E27FC236}">
                <a16:creationId xmlns:a16="http://schemas.microsoft.com/office/drawing/2014/main" id="{537E4F46-A5FB-4527-8961-E496AFF61B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47530"/>
            <a:ext cx="1617784" cy="5925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CYBERLEEK</a:t>
            </a:r>
            <a:endParaRPr lang="en-IN" sz="1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3AE850F-DB0F-4C68-806F-1C727568BD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796" y="1500"/>
            <a:ext cx="1827139" cy="86274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D3EE0-EAF0-44F0-AFB6-3B595BE49165}"/>
              </a:ext>
            </a:extLst>
          </p:cNvPr>
          <p:cNvCxnSpPr>
            <a:cxnSpLocks/>
          </p:cNvCxnSpPr>
          <p:nvPr/>
        </p:nvCxnSpPr>
        <p:spPr>
          <a:xfrm>
            <a:off x="4106710" y="896112"/>
            <a:ext cx="0" cy="49651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BAFC534-D1C3-4DD0-94AB-599F05DA488F}"/>
              </a:ext>
            </a:extLst>
          </p:cNvPr>
          <p:cNvSpPr/>
          <p:nvPr/>
        </p:nvSpPr>
        <p:spPr>
          <a:xfrm>
            <a:off x="0" y="896112"/>
            <a:ext cx="12188952" cy="18288"/>
          </a:xfrm>
          <a:prstGeom prst="rect">
            <a:avLst/>
          </a:prstGeom>
          <a:solidFill>
            <a:srgbClr val="C8CD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8AAAAC8-256A-491B-9F1C-A6379AAB70F1}"/>
              </a:ext>
            </a:extLst>
          </p:cNvPr>
          <p:cNvCxnSpPr>
            <a:cxnSpLocks/>
          </p:cNvCxnSpPr>
          <p:nvPr/>
        </p:nvCxnSpPr>
        <p:spPr>
          <a:xfrm>
            <a:off x="8064657" y="896112"/>
            <a:ext cx="0" cy="49651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7568</TotalTime>
  <Words>1045</Words>
  <Application>Microsoft Office PowerPoint</Application>
  <PresentationFormat>Widescreen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RoME</vt:lpstr>
      <vt:lpstr>Times New Roman</vt:lpstr>
      <vt:lpstr>TradeGothic</vt:lpstr>
      <vt:lpstr>Office Theme</vt:lpstr>
      <vt:lpstr>SMART INDIA HACKATHON 2026</vt:lpstr>
      <vt:lpstr> PREDICTIVE LAND ACQUISITION EARLY-WARNING SYSTEM </vt:lpstr>
      <vt:lpstr>TECHNICAL APPROACH</vt:lpstr>
      <vt:lpstr>FEASIBILITY AND VIABILITY</vt:lpstr>
      <vt:lpstr>IMPACT AND BENEFITS</vt:lpstr>
      <vt:lpstr>RESEARCH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srijayavel</cp:lastModifiedBy>
  <cp:revision>151</cp:revision>
  <dcterms:created xsi:type="dcterms:W3CDTF">2013-12-12T18:46:50Z</dcterms:created>
  <dcterms:modified xsi:type="dcterms:W3CDTF">2026-09-04T08:02:36Z</dcterms:modified>
  <cp:category/>
</cp:coreProperties>
</file>